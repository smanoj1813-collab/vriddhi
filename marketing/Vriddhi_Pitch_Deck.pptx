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Inter"/>
              </a:rPr>
              <a:t>PITCH DECK · 2026</a:t>
            </a:r>
          </a:p>
        </p:txBody>
      </p:sp>
      <p:pic>
        <p:nvPicPr>
          <p:cNvPr id="4" name="Picture 3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5577840" cy="18441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" y="3401568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5EEAD4"/>
                </a:solidFill>
                <a:latin typeface="Inter"/>
              </a:rPr>
              <a:t>The academic operating system for Indian colleges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60520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BD5E1"/>
                </a:solidFill>
                <a:latin typeface="Inter"/>
              </a:rPr>
              <a:t>AI-powered question papers, assessments and administration —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BD5E1"/>
                </a:solidFill>
                <a:latin typeface="Inter"/>
              </a:rPr>
              <a:t>in the languages India speaks.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51560"/>
            <a:ext cx="3977639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59" y="1764792"/>
            <a:ext cx="3657600" cy="2819485"/>
          </a:xfrm>
          <a:prstGeom prst="rect">
            <a:avLst/>
          </a:prstGeom>
        </p:spPr>
      </p:pic>
      <p:pic>
        <p:nvPicPr>
          <p:cNvPr id="10" name="Picture 9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340" y="5029200"/>
            <a:ext cx="2377440" cy="7860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Inter"/>
              </a:rPr>
              <a:t>Growth through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Colleges run on spreadsheets, legacy ERPs and guesswork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1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72A"/>
                </a:solidFill>
                <a:latin typeface="Inter"/>
              </a:rPr>
              <a:t>Fragmented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43200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Attendance, fees, tests and timetables live in separate spreadsheets and legacy tools — no single source of truth, and end-of-semester re-entry for everything.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965960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1928" y="1965960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221991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72A"/>
                </a:solidFill>
                <a:latin typeface="Inter"/>
              </a:rPr>
              <a:t>The exam-paper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743200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Faculty hand-build a paper for every subject, every semester, then mark scripts over weekends. Paper-making, not teaching, eats the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07408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4407408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663440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72A"/>
                </a:solidFill>
                <a:latin typeface="Inter"/>
              </a:rPr>
              <a:t>Software that doesn't 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184648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Global ERPs and LMSs ship in English alone. Kannada, Tamil, Telugu and Malayalam — the languages of the classroom — are an afterthought.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407408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4407408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663440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72A"/>
                </a:solidFill>
                <a:latin typeface="Inter"/>
              </a:rPr>
              <a:t>State compliance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184648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Karnataka's UUCMS portal, BCU pass rules and NEP scheme structures are not built into mainstream products. Colleges adapt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One platform for the whole academic life-cycle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Vriddhi (वृद्धि — growth) </a:t>
            </a:r>
            <a:r>
              <a:rPr sz="1400" b="0" i="0">
                <a:solidFill>
                  <a:srgbClr val="475569"/>
                </a:solidFill>
                <a:latin typeface="Inter"/>
              </a:rPr>
              <a:t>brings every academic process into one role-based platform: from admission records to transcripts, attendance to analytics — with AI doing the heavy lifting.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063240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46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19125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Inter"/>
              </a:rPr>
              <a:t>One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5387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Seven role dashboards — student, faculty, HOD, mentor, principal, college admin and superadmin — on one secure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33672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5171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3616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Inter"/>
              </a:rPr>
              <a:t>AI at the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7091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AI-generated questions and exam papers, AI auto-grading with confidence scores, and a human-in-the-loop review for every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04104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6875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87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Inter"/>
              </a:rPr>
              <a:t>Built for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87959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Six languages with native Unicode AI output, UUCMS student integration and university pass rules configured — not coded.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874519"/>
            <a:ext cx="429768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riddhi-mark-her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313432"/>
            <a:ext cx="3840480" cy="2960459"/>
          </a:xfrm>
          <a:prstGeom prst="rect">
            <a:avLst/>
          </a:prstGeom>
        </p:spPr>
      </p:pic>
      <p:pic>
        <p:nvPicPr>
          <p:cNvPr id="23" name="Picture 22" descr="vriddhi-logo-horizontal-reverse@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532120"/>
            <a:ext cx="2468880" cy="816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Every academic module, one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9936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79392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Online tests &amp; exams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Question bank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AI paper 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6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9392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Curriculum &amp; syllabus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Fees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Timetables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79392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Results &amp; transcripts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Analytics &amp; View 360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Library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59936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79392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Assignments &amp; materials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52944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0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Appointments &amp;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053328"/>
            <a:ext cx="11057839" cy="658368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6053328"/>
            <a:ext cx="104177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Everything works together — data flows from attendance to analytics without re-keying.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AI that drafts. Faculty that decide.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AI question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Aptitude and subject questions with options, marks and step-by-step explanations — generated in the language you choose, added straight to your question bank.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AI paper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Exam papers assembled from your question bank in print, online and bank formats, with templates and topic rules. Export to print-ready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Inter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AI auto-grading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Rubric-based scoring of descriptive answers with per-question confidence scores. Faculty review one pass instead of re-reading every script.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74920"/>
            <a:ext cx="103263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Inter"/>
              </a:rPr>
              <a:t>Multi-provider by design: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Gemini · OpenAI · DeepSeek — selectable at runtime, with automatic fallbacks and per-tier usage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INDIA-FIRST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Designed for Indian classrooms and state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Inter"/>
              </a:rPr>
              <a:t>Six languages,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Interface and AI-generated questions in native Unicode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20440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2144" y="37627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520440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Kannada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520440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37627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520440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Tamil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233672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2144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4233672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Telugu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4233672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4448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4233672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Malayalam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946904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2144" y="518922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35024" y="4946904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Hindi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946904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4448" y="518922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4946904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623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Inter"/>
              </a:rPr>
              <a:t>A student reads the paper in their language; the faculty grades it in theirs.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11680"/>
            <a:ext cx="5223967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331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Inter"/>
              </a:rPr>
              <a:t>Karnataka-ready out of the 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2880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28300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UUCMS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1272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Import Candidate IDs and USNs from the state portal; auto-link by email; sync-status dashboard.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850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363474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University pass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93192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BCU under-graduate pass logic (UE + aggregate) applied on result import.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4897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43941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NEP &amp; scheme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73659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Curriculum upload, syllabus parsing and credit-structure mapping for modern schemes.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52943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524408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Inter"/>
              </a:rPr>
              <a:t>Exam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5541264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Hall-ticket-ready exam data, timetables with conflict detection, result publishing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EVERY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A dashboard for everyone on campus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Tests with autosave, fee portal, timetable, library, results and progress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Faculty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Attendance marking, question bank, AI papers, auto-grading queue, appointments.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HOD &amp; Mentor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9056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Department analytics, mentoring plans and faculty workloads.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Principal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College-wide overview, approvals and performance signals.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College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Records, curriculum, fees, UUCMS mapping and result publishing.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Inter"/>
              </a:rPr>
              <a:t>Superadmin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49056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Multi-college &amp; university operations, subscription billing, health monitor.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4748B"/>
                </a:solidFill>
                <a:latin typeface="Inter"/>
              </a:rPr>
              <a:t>Multi-tenant SaaS — one platform for a single college or a whole university.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Per-college subscriptions. No per-student licensing.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Inter"/>
              </a:rPr>
              <a:t>College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A flat monthly plan per college covering the full platform — every module, every role. Simple to budget, simple to renew.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Inter"/>
              </a:rPr>
              <a:t>Superadmin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Universities and operators manage many colleges from one console: onboarding, subscription billing, cross-college comparison and a system health monitor.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Inter"/>
              </a:rPr>
              <a:t>AI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Inter"/>
              </a:rPr>
              <a:t>Multi-provider generation with fallbacks keeps AI costs predictable; usage is checked per subscription tier.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57800"/>
            <a:ext cx="103263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Pilot colleges get launch pricing — final plans are tailored in the discussion.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WHY VRIDDHI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The academic core, done properly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Inter"/>
              </a:rPr>
              <a:t>Legacy college ERPs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4A3B8"/>
                </a:solidFill>
                <a:latin typeface="Inter"/>
              </a:rPr>
              <a:t>—  </a:t>
            </a:r>
            <a:r>
              <a:rPr sz="1250" b="0" i="0">
                <a:solidFill>
                  <a:srgbClr val="64748B"/>
                </a:solidFill>
                <a:latin typeface="Inter"/>
              </a:rPr>
              <a:t>“20+ modules” — but no AI exam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4728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4A3B8"/>
                </a:solidFill>
                <a:latin typeface="Inter"/>
              </a:rPr>
              <a:t>—  </a:t>
            </a:r>
            <a:r>
              <a:rPr sz="1250" b="0" i="0">
                <a:solidFill>
                  <a:srgbClr val="64748B"/>
                </a:solidFill>
                <a:latin typeface="Inter"/>
              </a:rPr>
              <a:t>English-only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14215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4A3B8"/>
                </a:solidFill>
                <a:latin typeface="Inter"/>
              </a:rPr>
              <a:t>—  </a:t>
            </a:r>
            <a:r>
              <a:rPr sz="1250" b="0" i="0">
                <a:solidFill>
                  <a:srgbClr val="64748B"/>
                </a:solidFill>
                <a:latin typeface="Inter"/>
              </a:rPr>
              <a:t>Heavy, month-long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8114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4A3B8"/>
                </a:solidFill>
                <a:latin typeface="Inter"/>
              </a:rPr>
              <a:t>—  </a:t>
            </a:r>
            <a:r>
              <a:rPr sz="1250" b="0" i="0">
                <a:solidFill>
                  <a:srgbClr val="64748B"/>
                </a:solidFill>
                <a:latin typeface="Inter"/>
              </a:rPr>
              <a:t>Per-student pricing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4807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4A3B8"/>
                </a:solidFill>
                <a:latin typeface="Inter"/>
              </a:rPr>
              <a:t>—  </a:t>
            </a:r>
            <a:r>
              <a:rPr sz="1250" b="0" i="0">
                <a:solidFill>
                  <a:srgbClr val="64748B"/>
                </a:solidFill>
                <a:latin typeface="Inter"/>
              </a:rPr>
              <a:t>State portals handled by 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406847" cy="40233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Inter"/>
              </a:rPr>
              <a:t>Vriddhi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Inter"/>
              </a:rPr>
              <a:t>✓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AI exam papers with human-in-the-loop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4728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Inter"/>
              </a:rPr>
              <a:t>✓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Six Indic languages, AI output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14215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Inter"/>
              </a:rPr>
              <a:t>✓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UUCMS &amp; BCU compliance built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8114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Inter"/>
              </a:rPr>
              <a:t>✓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Flat per-college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4807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Inter"/>
              </a:rPr>
              <a:t>✓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Modern React + Firebase stack, security-audited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TRACTION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Shipped, and shipping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Inter"/>
              </a:rPr>
              <a:t>Live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34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Seven role-based dashboards,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644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Online test engine — autosave, expiry recovery,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9417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AI question &amp; paper generation, three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2394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UUCMS import, mapping and sync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53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Result import with BCU pass rules &amp; SGPA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9834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Fees records and student fee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41324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Analytics View 360 + multi-college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843015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B8A6"/>
                </a:solidFill>
                <a:latin typeface="Inter"/>
              </a:rPr>
              <a:t>✓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Subscription billing &amp; system health 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406847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Inter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Fee collection via payment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644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Hall tickets &amp; marksheets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9417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NAAC / NBA / OBE attainment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2394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PWA / mobile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53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Parent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834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DD4BF"/>
                </a:solidFill>
                <a:latin typeface="Inter"/>
              </a:rPr>
              <a:t>→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SMS / WhatsApp notifications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Where we'd like your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Pilot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Three to five Karnataka colleges for a live pilot — UUCMS onboarding, question-bank seeding and a full exam cycle on Vriddhi.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University champions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Partnerships to validate UUCMS alignment, pass-rule coverage and to co-seed standard question banks per university.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Inter"/>
              </a:rPr>
              <a:t>Seed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</a:rPr>
              <a:t>Funding to close the revenue-critical gaps: fee collection, hall tickets &amp; marksheets, and OBE reporting.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12080"/>
            <a:ext cx="11057839" cy="822960"/>
          </a:xfrm>
          <a:prstGeom prst="roundRect">
            <a:avLst>
              <a:gd name="adj" fmla="val 17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212080"/>
            <a:ext cx="103263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Inter"/>
              </a:rPr>
              <a:t>In exchange:  </a:t>
            </a:r>
            <a:r>
              <a:rPr sz="1250" b="0" i="0">
                <a:solidFill>
                  <a:srgbClr val="CBD5E1"/>
                </a:solidFill>
                <a:latin typeface="Inter"/>
              </a:rPr>
              <a:t>early access, launch pricing, and a product shaped with your college from day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85800"/>
            <a:ext cx="2377440" cy="786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103120"/>
            <a:ext cx="6675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Inter"/>
              </a:rPr>
              <a:t>Let's grow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310128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5EEAD4"/>
                </a:solidFill>
                <a:latin typeface="Inter"/>
              </a:rPr>
              <a:t>The academic operating system for Indian colleges.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Inter"/>
              </a:rPr>
              <a:t>hello@vriddhi.in   ·   www.vriddhi.in</a:t>
            </a:r>
          </a:p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94A3B8"/>
                </a:solidFill>
                <a:latin typeface="Inter"/>
              </a:rPr>
              <a:t>Pilot onboarding for Karnataka colleges starts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63040"/>
            <a:ext cx="37947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061972"/>
            <a:ext cx="3429000" cy="2643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534924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Made in Karnataka · Built for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