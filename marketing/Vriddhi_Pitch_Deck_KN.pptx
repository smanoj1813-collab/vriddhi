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Noto Sans Kannada"/>
              </a:rPr>
              <a:t>ಪಿಚ್ ಡೆಕ್ · 2026</a:t>
            </a:r>
          </a:p>
        </p:txBody>
      </p:sp>
      <p:pic>
        <p:nvPicPr>
          <p:cNvPr id="4" name="Picture 3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5577840" cy="18441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" y="3401568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EEAD4"/>
                </a:solidFill>
                <a:latin typeface="Noto Sans Kannada"/>
              </a:rPr>
              <a:t>ಭಾರತದ ಕಾಲೇಜುಗಳ ಶೈಕ್ಷಣಿಕ ಆಪರೇಟಿಂಗ್ ಸಿಸ್ಟಮ್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60520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BD5E1"/>
                </a:solidFill>
                <a:latin typeface="Noto Sans Kannada"/>
              </a:rPr>
              <a:t>AI-ಆಧಾರಿತ ಪ್ರಶ್ನಾ ಪತ್ರಿಕೆಗಳು, ಮೌಲ್ಯಮಾಪನ ಮತ್ತು ನಿರ್ವಹಣೆ —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BD5E1"/>
                </a:solidFill>
                <a:latin typeface="Noto Sans Kannada"/>
              </a:rPr>
              <a:t>ಭಾರತದ ಮಾತು ಭಾಷೆಗಳಲ್ಲೇ.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51560"/>
            <a:ext cx="3977639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59" y="1764792"/>
            <a:ext cx="3657600" cy="2819485"/>
          </a:xfrm>
          <a:prstGeom prst="rect">
            <a:avLst/>
          </a:prstGeom>
        </p:spPr>
      </p:pic>
      <p:pic>
        <p:nvPicPr>
          <p:cNvPr id="10" name="Picture 9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340" y="5029200"/>
            <a:ext cx="2377440" cy="7860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Noto Sans Kannada"/>
              </a:rPr>
              <a:t>ಜ್ಞಾನದ ಮೂಲಕ ಬೆಳವಣಿಗೆ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ಸಮಸ್ಯೆ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ಕಾಲೇಜುಗಳು spreadsheet, legacy ERP ಗಳ ಮೇಲೆ ಓಡುತ್ತವೆ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1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Noto Sans Kannada"/>
              </a:rPr>
              <a:t>ಒಯ್ಪಾದ ವ್ಯವಸ್ಥೆಗಳು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43200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ಹಾಜರಿ, ಶುಲ್ಕ, ಪರೀಕ್ಷೆ ಮತ್ತು ಸಮಯ ಕೋಷ್ಟಕ ಪ್ರತ್ಯೇಕ spreadsheet ಗಳಲ್ಲಿ — ಏಕ ಸ್ವರೂಪದ ಮೂಲವಿಲ್ಲ, ಮತ್ತು ಅವಧಿ-ಅಂತ್ಯದಲ್ಲಿ ಎಲ್ಲವನ್ನೂ ಮರು-ಆಮದು.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965960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1928" y="1965960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221991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Noto Sans Kannada"/>
              </a:rPr>
              <a:t>ಪ್ರಶ್ನಾ ಪತ್ರಿಕೆ ತಯಾರಿಕೆ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743200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ಅಧ್ಯಾಪಕರು ಪ್ರತಿ ವಿಷಯಕ್ಕೆ, ಪ್ರತಿ ಅವಧಿಗೆ ಪತ್ರಿಕೆ ಸಿದ್ಧಪಡಿಸುತ್ತಾರೆ, ನಂತರ ವಾರಾಂತ್ಯಗಳಲ್ಲಿ ಅಂಕ ಕೊಡುತ್ತಾರೆ. ಪತ್ರಿಕೆ ತಯಾರಿಕೆಯೇ ಚಕ್ರವನ್ನು ಖಾಲಿ ಮಾಡುತ್ತದೆ.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07408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4407408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663440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Noto Sans Kannada"/>
              </a:rPr>
              <a:t>ಮಾತನಾಡದ ಸಾಫ್ಟ್‌ವೇರ್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184648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ವೈಶ್ವಿಕ ERP ಮತ್ತು LMS ಗಳು ಇಂಗ್ಲಿಷ್‌ನಲ್ಲಿ ಮಾತ್ರ ಬರುತ್ತವೆ. ಕನ್ನಡ, ತಮಿಳು, ತೆಲುಗು, ಮಲಯಾಳಂ — ಪಾಠಶಾಲೆಯ ಭಾಷೆಗಳು — ಮುಖ್ಯವಲ್ಲ.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407408"/>
            <a:ext cx="5422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4407408"/>
            <a:ext cx="64008" cy="2148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663440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Noto Sans Kannada"/>
              </a:rPr>
              <a:t>ರಾಜ್ಯ ನಿಯಮ ಅಂತರಗಳು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184648"/>
            <a:ext cx="47823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ಕರ್ನಾಟಕದ UUCMS ಪೋರ್ಟಲ್, BCU ಉತ್ತೀರ್ಣತಾ ನಿಯಮಗಳು ಮತ್ತು NEP ಯೋಜನೆ ರಚನೆಗಳು ಪ್ರಮುಖ ಉತ್ಪನ್ನಗಳಲ್ಲಿ ಇಲ್ಲ. ಕಾಲೇಜುಗಳು ಕೈಯಿಂದ ಹೊಂದಿಸಿಕೊಳ್ಳುತ್ತವೆ.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ಪರಿಹಾರ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ಪೂರ್ಣ ಶೈಕ್ಷಣಿಕ ಜೀವನ ಚಕ್ರಕ್ಕೆ ಒಂದೇ ವೇದಿಕೆ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0F172A"/>
                </a:solidFill>
                <a:latin typeface="Noto Sans Kannada"/>
              </a:rPr>
              <a:t>ವೃದ್ಧಿ (ವೃದ್ಧಿ — ಬೆಳವಣಿಗೆ) </a:t>
            </a:r>
            <a:r>
              <a:rPr sz="1300" b="0" i="0">
                <a:solidFill>
                  <a:srgbClr val="475569"/>
                </a:solidFill>
                <a:latin typeface="Noto Sans Kannada"/>
              </a:rPr>
              <a:t>ಪ್ರತಿ ಶೈಕ್ಷಣಿಕ ಪ್ರಕ್ರಿಯೆಯನ್ನು ಒಂದು ಪಾತ್ರ-ಆಧಾರಿತ ವೇದಿಕೆಗೆ ತಂದಿದೆ: ಪ್ರವೇಶ ದಾಖಲೆಗಳಿಂದ ಪಟ್ಟಿಗಳವರೆಗೆ, ಹಾಜರಿಯಿಂದ ವಿಶ್ಲೇಷಣೆಗಳವರೆಗೆ — ಭಾರೀ ಕೆಲಸ AI ಮಾಡುತ್ತದೆ.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063240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3467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46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19125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Noto Sans Kannada"/>
              </a:rPr>
              <a:t>ಒಂದೇ ವೇದಿಕೆ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5387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ಮೂರು ಪಾತ್ರ ಡ್ಯಾಶ್‌ಬೋರ್ಡ್‌ಗಳು — ವಿದ್ಯಾರ್ಥಿ, ಅಧ್ಯಾಪಕ, HOD, ಮೆಂಟರ್, ಪ್ರಿನ್ಸಿಪಲ್, ಕಾಲೇಜು ಆಡಳಿತ ಮತ್ತು ಸೂಪರ್ ಆಡ್ಮಿನ್ — ಒಂದು ಸುರಕ್ಷಿತ ಲಾಗಿನ್‌ನಲ್ಲಿ.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33672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5171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3616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Noto Sans Kannada"/>
              </a:rPr>
              <a:t>ಕೇಂದ್ರದಲ್ಲಿ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7091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AI-ಉತ್ಪಾದಿತ ಪ್ರಶ್ನೆಗಳು ಮತ್ತು ಪತ್ರಿಕೆಗಳು, ವಿಶ್ವಾಸದ ಅಂಕಗಳೊಂದಿಗೆ AI ಸ್ವಯಂ-ಅಂಕೀಕರಣ, ಮತ್ತು ಪ್ರತಿ ಉತ್ಪನ್ನಕ್ಕೆ ಮಾನವ-ಸಮೀಕ್ಷಕ.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04104"/>
            <a:ext cx="603504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6875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87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Noto Sans Kannada"/>
              </a:rPr>
              <a:t>ಭಾರತಕ್ಕಾಗಿ ನಿರ್ಮಿತ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87959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ಸ್ಥಳೀಯ Unicode ಲಿಪಿಗಳ AI ಉತ್ಪಾದನೆಯೊಂದಿಗೆ ಆರು ಭಾಷೆಗಳು, UUCMS ವಿದ್ಯಾರ್ಥಿ ಸಂವಹನ, ಮತ್ತು ವಿಶ್ವವಿದ್ಯಾಲಯ ಉತ್ತೀರ್ಣತಾ ನಿಯಮಗಳು — ಕೋಡ್ ಆದವು ಅಲ್ಲ, ಸಿದ್ಧ-ಸರ್ಟಿಫಿಕೇಶನ್.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874519"/>
            <a:ext cx="429768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riddhi-mark-her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313432"/>
            <a:ext cx="3840480" cy="2960459"/>
          </a:xfrm>
          <a:prstGeom prst="rect">
            <a:avLst/>
          </a:prstGeom>
        </p:spPr>
      </p:pic>
      <p:pic>
        <p:nvPicPr>
          <p:cNvPr id="23" name="Picture 22" descr="vriddhi-logo-horizontal-reverse@1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532120"/>
            <a:ext cx="2468880" cy="816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ವೇದಿಕೆ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ಪ್ರತಿ ಶೈಕ್ಷಣಿಕ ಮಾಡ್ಯೂಲ್, ಒಂದೇ ಲಾಗಿನ್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ಹಾಜರಿ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9936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79392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ಆನ್‌ಲೈನ್ ಪರೀಕ್ಷೆಗಳು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2011680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3911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11680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ಪ್ರಶ್ನೆ ಬ್ಯಾಂಕ್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AI ಪುಸ್ತಕಿ ತಯಾರಕ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6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9392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ಶಿಕ್ಷಣಕ್ರಮ ಮತ್ತು ಪಠ್ಯವಿಷಯ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3054096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34335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054096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ಶುಲ್ಕ ನಿರ್ವಹಣೆ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ಸಮಯ ಕೋಷ್ಟಕ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79392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ಫಲಿತಾಂಶಗಳು ಮತ್ತು ಪಟ್ಟಿಗಳು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096512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096512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ವಿಶ್ಲೇಷಣೆ ಮತ್ತು 360 ನೋಟ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ಗ್ರಂಥಾಲಯ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59936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79392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ಹವಾಲೆಗಳು ಮತ್ತು ಸಾಮಗ್ರಿಗಳು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52944" y="5138928"/>
            <a:ext cx="3328416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0" y="55184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138928"/>
            <a:ext cx="27797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ಭೇಟಿಗಳು ಮತ್ತು ಕಾರ್ಯಕ್ರಮಗಳು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053328"/>
            <a:ext cx="11057839" cy="658368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6053328"/>
            <a:ext cx="104177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Noto Sans Kannada"/>
              </a:rPr>
              <a:t>ಎಲ್ಲವೂ ಒಟ್ಟಿಗೆ ಕೆಲಸ ಮಾಡುತ್ತದೆ — ಹಾಜರಿಯಿಂದ ವಿಶ್ಲೇಷಣೆಗೆ ದಾಖಲೆ ಹರಿಯುತ್ತದೆ, ಮರು-ಆಮದಿಲ್ಲ.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AI ಯಂತ್ರ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AI ರೂಪಿಸುತ್ತದೆ. ಅಧ್ಯಾಪಕರು ನಿರ್ಧರಿಸುತ್ತಾರೆ.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AI ಪ್ರಶ್ನೆ ಉತ್ಪಾದನೆ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ಸಾಮರ್ಥ್ಯ ಮತ್ತು ವಿಷಯ ಪ್ರಶ್ನೆಗಳು — ಆಯ್ಕೆಗಳು, ಅಂಕಗಳು ಮತ್ತು ಹಂತ-ಹಂತವಾದ ವಿವರಣೆಗಳೊಂದಿಗೆ; ನೀವು ಆಯ್ಕೆ ಮಾಡಿದ ಭಾಷೆಯಲ್ಲಿ, ನೇರವಾಗಿ ನಿಮ್ಮ ಪ್ರಶ್ನೆ ಬ್ಯಾಂಕ್‌ಗೆ ಸೇರ್ಪಡೆ.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AI ಪತ್ರಿಕಾ ತಯಾರಕ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ನಿಮ್ಮ ಪ್ರಶ್ನೆ ಬ್ಯಾಂಕ್‌ನಿಂದ ಪತ್ರಿಕೆಗಳು — ಮುದ್ರಣ, ಆನ್‌ಲೈನ್ ಮತ್ತು ಬ್ಯಾಂಕ್ ರೀತಿಗಳು; ಟೆಂಪ್ಲೇಟ್‌ಗಳು ಮತ್ತು ವಿಷಯ ನಿಯಮಗಳೊಂದಿಗೆ. PDF-ಕ್ಕೆ ರಫ್.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2011680"/>
            <a:ext cx="358444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228600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0FDF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2860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971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AI ಸ್ವಯಂ-ಅಂಕೀಕರಣ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429000"/>
            <a:ext cx="30358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ವಿವರಣಾತ್ಮಕ ಉತ್ತರಗಳಿಗೆ ಮೌಲ್ಯಮಾಪನ-ಆಧಾರಿತ ಅಂಕ, ಪ್ರತಿ-ಪ್ರಶ್ನೆಯ ವಿಶ್ವಾಸದ ಅಂಕಗಳೊಂದಿಗೆ. ಅಧ್ಯಾಪಕರು ಪ್ರತಿ ಸ್ಕ್ರಿಪ್ಟ್ ಮರುಪಠನದ ಬದಲು ಒಂದೇ ಹಾದಿ ಸಮೀಕ್ಷೆ.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74920"/>
            <a:ext cx="103263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EAD4"/>
                </a:solidFill>
                <a:latin typeface="Noto Sans Kannada"/>
              </a:rPr>
              <a:t>ಬಹು-ಪ್ರೊವೈಡರ್ ವಿನ್ಯಾಸ: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Gemini · OpenAI · DeepSeek — runtime-ದಲ್ಲಿ ಆಯ್ಕೆ, ಸ್ವಯಂ fallback ಮತ್ತು tier-ವಾರು ಬಳಕೆ ಪರಿಶೀಲನೆ.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ಭಾರತ-ಮೊದಲು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ಭಾರತೀಯ ಪಾಠಶಾಲೆಗಳ ಮತ್ತು ರಾಜ್ಯ ವ್ಯವಸ್ಥೆಗಳಿಗೆ ವಿನ್ಯಾಸ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Noto Sans Kannada"/>
              </a:rPr>
              <a:t>ಆರು ಭಾಷೆಗಳು, ಒಂದು ಅಂಚಿನಿಂದ ಇನ್ನೊಂದಕ್ಕೆ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ಸ್ಥಳೀಯ Unicode ಲಿಪಿಗಳ interface ಮತ್ತು AI-ಉತ್ಪಾದಿತ ಪ್ರಶ್ನೆಗಳು.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20440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2144" y="37627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3520440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ಕನ್ನಡ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520440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37627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520440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ತಮಿಳು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233672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2144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4233672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ತೆಲುಗು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4233672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4448" y="44759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4233672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ಮಲಯಾಳಂ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946904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2144" y="518922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35024" y="4946904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ಹಿಂದಿ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946904"/>
            <a:ext cx="2231136" cy="56692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4448" y="518922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4946904"/>
            <a:ext cx="1682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Noto Sans Kannada"/>
              </a:rPr>
              <a:t>ಇಂಗ್ಲಿಷ್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623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Noto Sans Kannada"/>
              </a:rPr>
              <a:t>ವಿದ್ಯಾರ್ಥಿಯು ತನ್ನ ಭಾಷೆಯಲ್ಲಿ ಪತ್ರಿಕೆ ಓದುತ್ತಾನೆ; ಅಧ್ಯಾಪಕರು ತಮ್ಮದರಲ್ಲಿ ಅಂಕ ಕೊಡುತ್ತಾರೆ.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11680"/>
            <a:ext cx="5223967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331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Noto Sans Kannada"/>
              </a:rPr>
              <a:t>ಕರ್ನಾಟಕಕ್ಕೆ pre-ready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2880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28300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UUCMS ಸಂವಹನ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1272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Noto Sans Kannada"/>
              </a:rPr>
              <a:t>ರಾಜ್ಯ ಪೋರ್ಟಲ್‌ನಿಂದ Candidate ID ಮತ್ತು USN import; email ಮೂಲಕ ಸ್ವಯಂ-ಸಂಪರ್ಕ; sync-ಸ್ಥಿತಿ ಡ್ಯಾಶ್‌ಬೋರ್ಡ್.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850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363474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ವಿಶ್ವವಿದ್ಯಾಲಯ ಉತ್ತೀರ್ಣತಾ ನಿಯಮಗಳು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93192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Noto Sans Kannada"/>
              </a:rPr>
              <a:t>BCU undergraduate ಉತ್ತೀರ್ಣತಾ ತರ್ಕ (UE + ಸರಾಸರಿ) ಫಲಿತಾಂಶ import-ನಲ್ಲಿ ಅನ್ವಯ.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4897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43941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NEP ಮತ್ತು ಯೋಜನೆ ಸಿದ್ಧ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73659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Noto Sans Kannada"/>
              </a:rPr>
              <a:t>ಆಧುನಿಕ ಯೋಜನೆಗಳಿಗೆ ಶಿಕ್ಷಣಕ್ರಮ ಉಪಯೋಗ, ಪಠ್ಯವಿಷಯ ಪಾರ್ಸಿಂಗ್ ಮತ್ತು ಕ್ರೆಡಿಟ್ ರಚನೆ mapping.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52943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524408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Noto Sans Kannada"/>
              </a:rPr>
              <a:t>ಪರೀಕ್ಷಾ ಕೆಲಸ ಹರಿವು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5541264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Noto Sans Kannada"/>
              </a:rPr>
              <a:t>hall-ticket-ಸಿದ್ಧ ಪರೀಕ್ಷಾ ದಾಖಲೆಗಳು, ಸ್ಪಂದ-ನಿರ್ಣಯದ ಸಮಯ ಕೋಷ್ಟಕಗಳು, ಫಲಿತಾಂಶ ಪ್ರಕಟಣೆ ಪೈಪ್‌ಲೈನ್.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ಪ್ರತಿ ಪಾತ್ರ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ಕ್ಯಾಂಪಸ್‌ನಲ್ಲಿ ಪ್ರತಿಯೊಬ್ಬರಿಗೂ ಒಂದು ಡ್ಯಾಶ್‌ಬೋರ್ಡ್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ವಿದ್ಯಾರ್ಥಿ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auto-save ಪರೀಕ್ಷೆಗಳು, ಶುಲ್ಕ ಪೋರ್ಟಲ್, ಸಮಯ ಕೋಷ್ಟಕ, ಗ್ರಂಥಾಲಯ, ಫಲಿತಾಂಶಗಳು ಮತ್ತು ಪ್ರಗತಿ ವಿಶ್ಲೇಷಣೆ.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ಅಧ್ಯಾಪಕ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ಹಾಜರಿ ಸೂಚನೆ, ಪ್ರಶ್ನೆ ಬ್ಯಾಂಕ್, AI ಪತ್ರಿಕೆಗಳು, ಅಂಕೀಕರಣ ಪಾಲು, ಭೇಟಿಗಳು.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011680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212848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HOD ಮತ್ತು ಮೆಂಟರ್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9056" y="257860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743200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ವಿಭಾಗ ವಿಶ್ಲೇಷಣೆ, ಮೆಂಟರಿಂಗ್ ಯೋಜನೆಗಳು ಮತ್ತು ಅಧ್ಯಾಪಕ ಕೆಲಸ ಭಾರ.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ಪ್ರಿನ್ಸಿಪಲ್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ಕಾಲೇಜ್-ಮಟ್ಟದ ಸ್ಪಂದ, ಅನುಮೋದನೆಗಳು ಮತ್ತು ಸಾಧನೆ ಸಂಕೇತಗಳು.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ಕಾಲೇಜು ಆಡಳಿತ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ದಾಖಲೆಗಳು, ಶಿಕ್ಷಣಕ್ರಮ, ಶುಲ್ಕ, UUCMS mapping ಮತ್ತು ಫಲಿತಾಂಶ ಪ್ರಕಟಣೆ.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3977639"/>
            <a:ext cx="3584448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4178807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Noto Sans Kannada"/>
              </a:rPr>
              <a:t>ಸೂಪರ್ ಆಡ್ಮಿನ್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49056" y="4544568"/>
            <a:ext cx="384048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4709159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Noto Sans Kannada"/>
              </a:rPr>
              <a:t>ಬಹು-ಕಾಲೇಜು ಮತ್ತು ವಿಶ್ವವಿದ್ಯಾಲಯ ಕಾರ್ಯಗಳು, ಸಬ್‌ಸ್ಕ್ರಿಪ್ಷನ್ ಬಿಲ್ಲಿಂಗ್, ಆರೋಗ್ಯ ಮ್ಯಾನಿಟರ್.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4748B"/>
                </a:solidFill>
                <a:latin typeface="Noto Sans Kannada"/>
              </a:rPr>
              <a:t>ಮಹತ್ವವಾದ SaaS — ಒಂದು ಕಾಲೇಜಿಗೋ, ಸಂಪೂರ್ಣ ವಿಶ್ವವಿದ್ಯಾಲಯಕ್ಕೋ ಒಂದೇ ವೇದಿಕೆ.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ವ್ಯಾಪಾರ ಮಾದರಿ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ಕಾಲೇಜ್-ವಾರು ಸಬ್‌ಸ್ಕ್ರಿಪ್ಷನ್. ವಿದ್ಯಾರ್ಥಿ-ವಾರು ಲೈಸೆನ್ಸ್ ಇಲ್ಲ.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Noto Sans Kannada"/>
              </a:rPr>
              <a:t>ಕಾಲೇಜ್ ಸಬ್‌ಸ್ಕ್ರಿಪ್ಷನ್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ಪೂರ್ಣ ವೇದಿಕೆಯನ್ನು ಹೊಂದಿರುವ ಕಾಲೇಜ್‌ವಾರು flat ಮಾಸಿಕ ಯೋಜನೆ — ಪ್ರತಿ ಮಾಡ್ಯೂಲ್, ಪ್ರತಿ ಪಾತ್ರ. ಹಣಕಾಸು ಸುಲಭ, ನವೀಕರಣ ಸುಲಭ.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Noto Sans Kannada"/>
              </a:rPr>
              <a:t>ಪ್ರಮಾಣದಲ್ಲಿ Superadmin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ವಿಶ್ವವಿದ್ಯಾಲಯಗಳು ಮತ್ತು operators ಒಂದೇ ಕನ್‌ಸೋಲ್‌ನಿಂದ ಅನೇಕ ಕಾಲೇಜುಗಳನ್ನು ನಿರ್ವಹಿಸುತ್ತವೆ: onboarding, ಸಬ್‌ಸ್ಕ್ರಿಪ್ಷನ್ ಬಿಲ್ಲಿಂಗ್, ಕಾಲೇಜ್-ತಲೆ-ಸಮಯ ಹೋಲಿಕೆ ಮತ್ತು ವ್ಯವಸ್ಥೆ ಆರೋಗ್ಯ ಮ್ಯಾನಿಟರ್.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011680"/>
            <a:ext cx="358444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2011680"/>
            <a:ext cx="358444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4231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Noto Sans Kannada"/>
              </a:rPr>
              <a:t>AI ಒಳಗೊಂಡಿದೆ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971800"/>
            <a:ext cx="303580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75569"/>
                </a:solidFill>
                <a:latin typeface="Noto Sans Kannada"/>
              </a:rPr>
              <a:t>fallback-ಗಳೊಂದಿಗೆ ಬಹು-ಪ್ರೊವೈಡರ್ ಉತ್ಪಾದನೆ AI ವೆಚ್ಚವನ್ನು ಊಹಿಸಬಹುದಾಗಿಸುತ್ತದೆ; ಬಳಕೆಯು ಸಬ್‌ಸ್ಕ್ರಿಪ್ಷನ್ tier ಪ್ರಕಾರ ಪರಿಶೀಲಿಸಲ್ಪಡುತ್ತದೆ.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57800"/>
            <a:ext cx="103263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Noto Sans Kannada"/>
              </a:rPr>
              <a:t>ಪರೀಕ್ಷಾ ಕಾಲೇಜುಗಳಿಗೆ launch ಬೆಲೆ — ಅಂತಿಮ ಯೋಜನೆಗಳು ಚರ್ಚೆಯಲ್ಲಿ ಹೊಂದಿಕೊಳ್ಳುತ್ತವೆ.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ವೃದ್ಧಿ ಏಕೆ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ಶೈಕ್ಷಣಿಕ ಮುಖ್ಯಾಂಶ, ಸರಿಯಾಗಿ ಮಾಡಲಾಗಿದೆ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4748B"/>
                </a:solidFill>
                <a:latin typeface="Noto Sans Kannada"/>
              </a:rPr>
              <a:t>ಪರಂಪರಾ ಕಾಲೇಜು ERP ಗಳು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Noto Sans Kannada"/>
              </a:rPr>
              <a:t>—  </a:t>
            </a:r>
            <a:r>
              <a:rPr sz="1150" b="0" i="0">
                <a:solidFill>
                  <a:srgbClr val="64748B"/>
                </a:solidFill>
                <a:latin typeface="Noto Sans Kannada"/>
              </a:rPr>
              <a:t>“20+ ಮಾಡ್ಯೂಲ್‌ಗಳು” — ಆದರೆ AI ಪರೀಕ್ಷಾ ಕೆಲಸ ಹರಿವಿಲ್ಲ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4728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Noto Sans Kannada"/>
              </a:rPr>
              <a:t>—  </a:t>
            </a:r>
            <a:r>
              <a:rPr sz="1150" b="0" i="0">
                <a:solidFill>
                  <a:srgbClr val="64748B"/>
                </a:solidFill>
                <a:latin typeface="Noto Sans Kannada"/>
              </a:rPr>
              <a:t>ಇಂಗ್ಲಿಷ್-ಮಾತ್ರ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14215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Noto Sans Kannada"/>
              </a:rPr>
              <a:t>—  </a:t>
            </a:r>
            <a:r>
              <a:rPr sz="1150" b="0" i="0">
                <a:solidFill>
                  <a:srgbClr val="64748B"/>
                </a:solidFill>
                <a:latin typeface="Noto Sans Kannada"/>
              </a:rPr>
              <a:t>ಭಾರೀ, ತಿಂಗಳ-ದೀರ್ಘ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8114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Noto Sans Kannada"/>
              </a:rPr>
              <a:t>—  </a:t>
            </a:r>
            <a:r>
              <a:rPr sz="1150" b="0" i="0">
                <a:solidFill>
                  <a:srgbClr val="64748B"/>
                </a:solidFill>
                <a:latin typeface="Noto Sans Kannada"/>
              </a:rPr>
              <a:t>ಪ್ರಮಾಣದಲ್ಲಿ ವಿದ್ಯಾರ್ಥಿ-ವಾರು ಬೆಲೆ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4807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Noto Sans Kannada"/>
              </a:rPr>
              <a:t>—  </a:t>
            </a:r>
            <a:r>
              <a:rPr sz="1150" b="0" i="0">
                <a:solidFill>
                  <a:srgbClr val="64748B"/>
                </a:solidFill>
                <a:latin typeface="Noto Sans Kannada"/>
              </a:rPr>
              <a:t>ರಾಜ್ಯ ಪೋರ್ಟಲ್‌ಗಳನ್ನು ಕೈಯಿಂದ ನಿರ್ವಹಿಸಲಾಗಿದೆ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406847" cy="402336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EEAD4"/>
                </a:solidFill>
                <a:latin typeface="Noto Sans Kannada"/>
              </a:rPr>
              <a:t>ವೃದ್ಧಿ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Noto Sans Kannada"/>
              </a:rPr>
              <a:t>✓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ಮಾನವ-ಸಮೀಕ್ಷಕ-ಲೂಪ್‌ನೊಂದಿಗೆ AI ಪರೀಕ್ಷಾ ಪತ್ರಿಕೆಗಳು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4728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Noto Sans Kannada"/>
              </a:rPr>
              <a:t>✓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ಆರು ಭಾರತೀಯ ಭಾಷೆಗಳು, AI ಉತ್ಪಾದನೆ ಒಳಗೊಂಡಿದೆ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14215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Noto Sans Kannada"/>
              </a:rPr>
              <a:t>✓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UUCMS ಮತ್ತು BCU ನಿಯಮ ಅನುಕೂಲ pre-ನಿರ್ಮಿತ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8114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Noto Sans Kannada"/>
              </a:rPr>
              <a:t>✓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ಕಾಲೇಜ್-ವಾರು flat ಬೆಲೆ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4807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Noto Sans Kannada"/>
              </a:rPr>
              <a:t>✓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ಆಧುನಿಕ React + Firebase stack, ಸುರಕ್ಷತೆ ಪರೀಕ್ಷಿತ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ದೃಢೀಕರಣ ಮತ್ತು road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ಸಾಗಿಸಲಾಗಿದೆ, ಮತ್ತು ಸಾಗಿಸಲಾಗುತ್ತಿದೆ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53949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Noto Sans Kannada"/>
              </a:rPr>
              <a:t>ಇಂದು ಸ್ಥಳದಲ್ಲಿ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34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ಮೂರು ಪಾತ್ರ ಆಧಾರಿತ ಡ್ಯಾಶ್‌ಬೋರ್ಡ್‌ಗಳು, ಒಂದು ಅಂಚಿನಿಂದ ಇನ್ನೊಂದಕ್ಕೆ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644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ಆನ್‌ಲೈನ್ ಪರೀಕ್ಷಾ ಯಂತ್ರ — autosave, expiry recovery, ಫಲಿತಾಂಶಗಳು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9417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AI ಪ್ರಶ್ನೆ ಮತ್ತು ಪತ್ರಿಕೆ ಉತ್ಪಾದನೆ, ಮೂರು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2394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UUCMS import, mapping ಮತ್ತು sync ಸ್ಥಿತಿ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53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BCU ಉತ್ತೀರ್ಣತಾ ನಿಯಮಗಳು ಮತ್ತು SGPA ಒಳಗೊಂಡ ಫಲಿತಾಂಶ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9834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ಶುಲ್ಕ ದಾಖಲೆಗಳು ಮತ್ತು ವಿದ್ಯಾರ್ಥಿ ಶುಲ್ಕ ಪೋರ್ಟಲ್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41324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ವಿಶ್ಲೇಷಣೆ 360 ನೋಟ + ಬಹು-ಕಾಲೇಜು ಹೋಲಿಕೆ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843015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B8A6"/>
                </a:solidFill>
                <a:latin typeface="Noto Sans Kannada"/>
              </a:rPr>
              <a:t>✓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ಸಬ್‌ಸ್ಕ್ರಿಪ್ಷನ್ ಬಿಲ್ಲಿಂಗ್ ಮತ್ತು ವ್ಯವಸ್ಥೆ ಆರೋಗ್ಯ ಮ್ಯಾನಿಟರ್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406847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Noto Sans Kannada"/>
              </a:rPr>
              <a:t>ಮುಂದೆ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payment gateway ಮೂಲಕ ಶುಲ್ಕ ಸಂಗ್ರಹ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644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hall tickets ಮತ್ತು marksheets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9417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NAAC / NBA / OBE ಸಾಧನೆ ವರದಿ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2394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PWA / mobile ಅನುಭವ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53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ವಾಲ್ಪಾಪರ ಪೋರ್ಟಲ್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834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D4BF"/>
                </a:solidFill>
                <a:latin typeface="Noto Sans Kannada"/>
              </a:rPr>
              <a:t>→  </a:t>
            </a:r>
            <a:r>
              <a:rPr sz="1100" b="0" i="0">
                <a:solidFill>
                  <a:srgbClr val="475569"/>
                </a:solidFill>
                <a:latin typeface="Noto Sans Kannada"/>
              </a:rPr>
              <a:t>SMS / WhatsApp ಘೋಷಣೆಗಳು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Noto Sans Kannada"/>
              </a:rPr>
              <a:t>ಬೇಡಿಕೆ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Noto Sans Kannada"/>
              </a:rPr>
              <a:t>ನಿಮ್ಮ ಸಹಾಯ ಬೇಕಾದ ಕಡೆ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annad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ಪರೀಕ್ಷಾ ಕಾಲೇಜುಗಳು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ನೇರ pilot-ಗೆ ಮೂರು-ಐದು ಕರ್ನಾಟಕ ಕಾಲೇಜುಗಳು — UUCMS onboarding, ಪ್ರಶ್ನೆ-ಬ್ಯಾಂಕ್ seed, ಮತ್ತು ವೃದ್ಧಿಯಲ್ಲಿ ಸಂಪೂರ್ಣ ಪರೀಕ್ಷಾ ಚಕ್ರ.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annad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ವಿಶ್ವವಿದ್ಯಾಲಯ ಚಾಂಪಿಯನ್‌ಗಳು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UUCMS alignment ಮತ್ತು ಉತ್ತೀರ್ಣತಾ-ನಿಯಮ ಒದಗುಗಳನ್ನು ದೃಢೀಕರಿಸಲು, ಮತ್ತು ಪ್ರತಿ ವಿಶ್ವವಿದ್ಯಾಲಯಕ್ಕೆ ಪ್ರಮಾಣಿತ ಪ್ರಶ್ನೆ ಬ್ಯಾಂಕ್‌ಗಳನ್ನು ಸಹ-seed ಮಾಡಲು ಸಹಕಾರ.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201168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23042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3042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annad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97180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Noto Sans Kannada"/>
              </a:rPr>
              <a:t>seed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429000"/>
            <a:ext cx="30358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Noto Sans Kannada"/>
              </a:rPr>
              <a:t>ಮುಂದಿನ ಅಂತರಗಳನ್ನು ಮುಚ್ಚಲು ಹೂಡಿಕೆ: ಶುಲ್ಕ ಸಂಗ್ರಹ, hall tickets ಮತ್ತು marksheets, ಮತ್ತು OBE ವರದಿ.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12080"/>
            <a:ext cx="11057839" cy="822960"/>
          </a:xfrm>
          <a:prstGeom prst="roundRect">
            <a:avLst>
              <a:gd name="adj" fmla="val 17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212080"/>
            <a:ext cx="103263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EAD4"/>
                </a:solidFill>
                <a:latin typeface="Noto Sans Kannada"/>
              </a:rPr>
              <a:t>ಬದಲಿ:  </a:t>
            </a:r>
            <a:r>
              <a:rPr sz="1150" b="0" i="0">
                <a:solidFill>
                  <a:srgbClr val="CBD5E1"/>
                </a:solidFill>
                <a:latin typeface="Noto Sans Kannada"/>
              </a:rPr>
              <a:t>ಆದ್ಯ ಪ್ರವೇಶ, launch ಬೆಲೆ, ಮತ್ತು ನಿಮ್ಮ ಕಾಲೇಜೊಂದಿಗೆ ದಿನ ಒಂದಿನಿಂದ ಅದರಿಸುವ ಉತ್ಪನ್ನ.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85800"/>
            <a:ext cx="2377440" cy="786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103120"/>
            <a:ext cx="6675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Noto Sans Kannada"/>
              </a:rPr>
              <a:t>ಒಟ್ಟಾಗಿ ಬೆಳೆಯೋಣ.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310128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5EEAD4"/>
                </a:solidFill>
                <a:latin typeface="Noto Sans Kannada"/>
              </a:rPr>
              <a:t>ಭಾರತದ ಕಾಲೇಜುಗಳ ಶೈಕ್ಷಣಿಕ ಆಪರೇಟಿಂಗ್ ಸಿಸ್ಟಮ್.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BD5E1"/>
                </a:solidFill>
                <a:latin typeface="Noto Sans Kannada"/>
              </a:rPr>
              <a:t>hello@vriddhi.in   ·   www.vriddhi.in</a:t>
            </a:r>
          </a:p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Noto Sans Kannada"/>
              </a:rPr>
              <a:t>ಕರ್ನಾಟಕದ ಕಾಲೇಜುಗಳಿಗೆ pilot onboarding 2026 ರಲ್ಲಿ ಪ್ರಾರಂಭ.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63040"/>
            <a:ext cx="379476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061972"/>
            <a:ext cx="3429000" cy="2643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534924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64748B"/>
                </a:solidFill>
                <a:latin typeface="Noto Sans Kannada"/>
              </a:rPr>
              <a:t>ಕರ್ನಾಟಕದಲ್ಲಿ ತಯಾರಾಗಿದೆ · ಭಾರತಕ್ಕಾಗಿ ನಿರ್ಮಿತ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